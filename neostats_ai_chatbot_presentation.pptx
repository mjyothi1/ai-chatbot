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57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60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87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9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8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78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99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6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4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jyothi1/AI-CHATBO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NeoStats Intelligent AI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Engineer Case Study</a:t>
            </a:r>
          </a:p>
          <a:p>
            <a:r>
              <a:t>Built using Streamlit, LangChain, and Groq LLM</a:t>
            </a:r>
          </a:p>
          <a:p>
            <a:r>
              <a:t>Student 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for intelligent conversational systems that can:</a:t>
            </a:r>
          </a:p>
          <a:p>
            <a:r>
              <a:t>- Answer user queries accurately</a:t>
            </a:r>
          </a:p>
          <a:p>
            <a:r>
              <a:t>- Use contextual knowledge</a:t>
            </a:r>
          </a:p>
          <a:p>
            <a:r>
              <a:t>- Provide quick insights</a:t>
            </a:r>
          </a:p>
          <a:p>
            <a:endParaRPr/>
          </a:p>
          <a:p>
            <a:r>
              <a:t>Solution: AI chatbot that retrieves knowledge and generates responses using LLMs.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User → Streamlit Interface</a:t>
            </a:r>
          </a:p>
          <a:p>
            <a:r>
              <a:t>↓</a:t>
            </a:r>
          </a:p>
          <a:p>
            <a:r>
              <a:t>LangChain Framework</a:t>
            </a:r>
          </a:p>
          <a:p>
            <a:r>
              <a:t>↓</a:t>
            </a:r>
          </a:p>
          <a:p>
            <a:r>
              <a:t>Groq LLM (Llama 3.1)</a:t>
            </a:r>
          </a:p>
          <a:p>
            <a:r>
              <a:t>↓</a:t>
            </a:r>
          </a:p>
          <a:p>
            <a:r>
              <a:t>Response Generation</a:t>
            </a:r>
          </a:p>
          <a:p>
            <a:r>
              <a:t>↓</a:t>
            </a:r>
          </a:p>
          <a:p>
            <a:r>
              <a:t>Displayed in Chat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Chatbot UI using Streamlit</a:t>
            </a:r>
          </a:p>
          <a:p>
            <a:r>
              <a:t>- Concise and Detailed Response Modes</a:t>
            </a:r>
          </a:p>
          <a:p>
            <a:r>
              <a:t>- Modular project architecture</a:t>
            </a:r>
          </a:p>
          <a:p>
            <a:r>
              <a:t>- Integration with Groq LLM</a:t>
            </a:r>
          </a:p>
          <a:p>
            <a:r>
              <a:t>- Extensible framework for RAG and Web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Challenges:</a:t>
            </a:r>
          </a:p>
          <a:p>
            <a:r>
              <a:t>- API key configuration in deployment</a:t>
            </a:r>
          </a:p>
          <a:p>
            <a:r>
              <a:t>- Model compatibility issues</a:t>
            </a:r>
          </a:p>
          <a:p>
            <a:r>
              <a:t>- Streamlit cloud environment variables</a:t>
            </a:r>
          </a:p>
          <a:p>
            <a:endParaRPr/>
          </a:p>
          <a:p>
            <a:r>
              <a:t>Solutions:</a:t>
            </a:r>
          </a:p>
          <a:p>
            <a:r>
              <a:t>- Used Streamlit Secrets</a:t>
            </a:r>
          </a:p>
          <a:p>
            <a:r>
              <a:t>- Updated supported Groq model</a:t>
            </a:r>
          </a:p>
          <a:p>
            <a:r>
              <a:t>- Modularized configuration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Live Application:</a:t>
            </a:r>
          </a:p>
          <a:p>
            <a:r>
              <a:rPr lang="en-IN" dirty="0"/>
              <a:t>https://ai-chatbot-c8tybyzziu59a5zexy3bck.streamlit.app/</a:t>
            </a:r>
            <a:endParaRPr dirty="0"/>
          </a:p>
          <a:p>
            <a:r>
              <a:rPr dirty="0"/>
              <a:t>Source Code: </a:t>
            </a:r>
            <a:r>
              <a:rPr lang="en-IN" dirty="0">
                <a:hlinkClick r:id="rId2"/>
              </a:rPr>
              <a:t>https://github.com/Mjyothi1/AI-CHATBOT</a:t>
            </a:r>
            <a:endParaRPr lang="en-IN" dirty="0"/>
          </a:p>
          <a:p>
            <a:r>
              <a:rPr dirty="0"/>
              <a:t>Platform: </a:t>
            </a:r>
            <a:r>
              <a:rPr dirty="0" err="1"/>
              <a:t>Streamlit</a:t>
            </a:r>
            <a:r>
              <a:rPr dirty="0"/>
              <a:t> Cloud</a:t>
            </a:r>
          </a:p>
          <a:p>
            <a:endParaRPr dirty="0"/>
          </a:p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181</Words>
  <Application>Microsoft Office PowerPoint</Application>
  <PresentationFormat>On-screen Show (4:3)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NeoStats Intelligent AI Chatbot</vt:lpstr>
      <vt:lpstr>Problem &amp; Use Case</vt:lpstr>
      <vt:lpstr>System Architecture</vt:lpstr>
      <vt:lpstr>Key Features Implemented</vt:lpstr>
      <vt:lpstr>Challenges &amp; Solutions</vt:lpstr>
      <vt:lpstr>Deployment &amp;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MATAM JYOTHI SREE</dc:creator>
  <cp:keywords/>
  <dc:description>generated using python-pptx</dc:description>
  <cp:lastModifiedBy>Jyothi Sree</cp:lastModifiedBy>
  <cp:revision>2</cp:revision>
  <dcterms:created xsi:type="dcterms:W3CDTF">2013-01-27T09:14:16Z</dcterms:created>
  <dcterms:modified xsi:type="dcterms:W3CDTF">2026-03-14T04:29:42Z</dcterms:modified>
  <cp:category/>
</cp:coreProperties>
</file>